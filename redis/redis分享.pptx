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notesSlides/notesSlide16.xml" ContentType="application/vnd.openxmlformats-officedocument.presentationml.notes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ustom.xml" ContentType="application/vnd.openxmlformats-officedocument.custom-properties+xml"/>
  <Override PartName="/ppt/slideLayouts/slideLayout10.xml" ContentType="application/vnd.openxmlformats-officedocument.presentationml.slideLayou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Layouts/slideLayout1.xml" ContentType="application/vnd.openxmlformats-officedocument.presentationml.slideLayout+xml"/>
  <Override PartName="/ppt/notesSlides/notesSlide15.xml" ContentType="application/vnd.openxmlformats-officedocument.presentationml.notesSlide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1"/>
  </p:notesMasterIdLst>
  <p:sldIdLst>
    <p:sldId id="256" r:id="rId2"/>
    <p:sldId id="266" r:id="rId3"/>
    <p:sldId id="257" r:id="rId4"/>
    <p:sldId id="258" r:id="rId5"/>
    <p:sldId id="259" r:id="rId6"/>
    <p:sldId id="260" r:id="rId7"/>
    <p:sldId id="267" r:id="rId8"/>
    <p:sldId id="268" r:id="rId9"/>
    <p:sldId id="282" r:id="rId10"/>
    <p:sldId id="283" r:id="rId11"/>
    <p:sldId id="284" r:id="rId12"/>
    <p:sldId id="263" r:id="rId13"/>
    <p:sldId id="265" r:id="rId14"/>
    <p:sldId id="273" r:id="rId15"/>
    <p:sldId id="279" r:id="rId16"/>
    <p:sldId id="281" r:id="rId17"/>
    <p:sldId id="288" r:id="rId18"/>
    <p:sldId id="289" r:id="rId19"/>
    <p:sldId id="269" r:id="rId20"/>
    <p:sldId id="270" r:id="rId21"/>
    <p:sldId id="271" r:id="rId22"/>
    <p:sldId id="280" r:id="rId23"/>
    <p:sldId id="272" r:id="rId24"/>
    <p:sldId id="278" r:id="rId25"/>
    <p:sldId id="274" r:id="rId26"/>
    <p:sldId id="276" r:id="rId27"/>
    <p:sldId id="285" r:id="rId28"/>
    <p:sldId id="286" r:id="rId29"/>
    <p:sldId id="287" r:id="rId30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77438" autoAdjust="0"/>
  </p:normalViewPr>
  <p:slideViewPr>
    <p:cSldViewPr>
      <p:cViewPr>
        <p:scale>
          <a:sx n="60" d="100"/>
          <a:sy n="60" d="100"/>
        </p:scale>
        <p:origin x="-3072" y="-6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BFC038-C061-45F2-8F77-33FB5AE93C97}" type="datetimeFigureOut">
              <a:rPr lang="zh-CN" altLang="en-US" smtClean="0"/>
              <a:pPr/>
              <a:t>2018/3/23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F891E2-A387-4BB6-98F3-AB1911FCECE9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540323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zh-CN" dirty="0" err="1" smtClean="0"/>
              <a:t>Zscore</a:t>
            </a:r>
            <a:r>
              <a:rPr lang="zh-CN" altLang="en-US" dirty="0" smtClean="0"/>
              <a:t>返回集合中的分值</a:t>
            </a:r>
            <a:endParaRPr lang="en-US" altLang="zh-CN" dirty="0" smtClean="0"/>
          </a:p>
          <a:p>
            <a:r>
              <a:rPr lang="en-US" altLang="zh-CN" dirty="0" err="1" smtClean="0"/>
              <a:t>Zrank</a:t>
            </a:r>
            <a:r>
              <a:rPr lang="zh-CN" altLang="en-US" dirty="0" smtClean="0"/>
              <a:t>返回集合中的排名</a:t>
            </a:r>
            <a:endParaRPr lang="en-US" altLang="zh-CN" dirty="0" smtClean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F891E2-A387-4BB6-98F3-AB1911FCECE9}" type="slidenum">
              <a:rPr lang="zh-CN" altLang="en-US" smtClean="0"/>
              <a:pPr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41370232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zh-CN" altLang="en-US" dirty="0" smtClean="0"/>
              <a:t>通过使用 </a:t>
            </a:r>
            <a:r>
              <a:rPr lang="en-US" altLang="zh-CN" dirty="0" smtClean="0"/>
              <a:t>BY </a:t>
            </a:r>
            <a:r>
              <a:rPr lang="zh-CN" altLang="en-US" dirty="0" smtClean="0"/>
              <a:t>选项，可以让 </a:t>
            </a:r>
            <a:r>
              <a:rPr lang="en-US" altLang="zh-CN" dirty="0" err="1" smtClean="0"/>
              <a:t>uid</a:t>
            </a:r>
            <a:r>
              <a:rPr lang="en-US" altLang="zh-CN" dirty="0" smtClean="0"/>
              <a:t> </a:t>
            </a:r>
            <a:r>
              <a:rPr lang="zh-CN" altLang="en-US" dirty="0" smtClean="0"/>
              <a:t>按其他键的元素来排序。</a:t>
            </a:r>
            <a:endParaRPr lang="en-US" dirty="0" smtClean="0"/>
          </a:p>
          <a:p>
            <a:r>
              <a:rPr lang="zh-CN" altLang="en-US" dirty="0" smtClean="0"/>
              <a:t>使用 </a:t>
            </a:r>
            <a:r>
              <a:rPr lang="en-US" altLang="zh-CN" dirty="0" smtClean="0"/>
              <a:t>GET </a:t>
            </a:r>
            <a:r>
              <a:rPr lang="zh-CN" altLang="en-US" dirty="0" smtClean="0"/>
              <a:t>选项， 可以根据排序的结果来取出相应的键值。</a:t>
            </a:r>
            <a:endParaRPr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dirty="0" smtClean="0"/>
              <a:t>SORT</a:t>
            </a:r>
            <a:r>
              <a:rPr lang="en-US" baseline="0" dirty="0" smtClean="0"/>
              <a:t> name</a:t>
            </a:r>
            <a:r>
              <a:rPr lang="en-US" dirty="0" smtClean="0"/>
              <a:t> BY </a:t>
            </a:r>
            <a:r>
              <a:rPr lang="en-US" dirty="0" err="1" smtClean="0"/>
              <a:t>user_level</a:t>
            </a:r>
            <a:r>
              <a:rPr lang="en-US" dirty="0" smtClean="0"/>
              <a:t>_*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dirty="0" smtClean="0"/>
              <a:t>Sort</a:t>
            </a:r>
            <a:r>
              <a:rPr lang="en-US" baseline="0" dirty="0" smtClean="0"/>
              <a:t> name get </a:t>
            </a:r>
            <a:r>
              <a:rPr lang="en-US" baseline="0" dirty="0" err="1" smtClean="0"/>
              <a:t>user_level</a:t>
            </a:r>
            <a:r>
              <a:rPr lang="en-US" baseline="0" dirty="0" smtClean="0"/>
              <a:t>_*</a:t>
            </a:r>
            <a:endParaRPr lang="en-US" dirty="0" smtClean="0"/>
          </a:p>
          <a:p>
            <a:endParaRPr lang="en-US" altLang="zh-CN" dirty="0" smtClean="0"/>
          </a:p>
          <a:p>
            <a:r>
              <a:rPr lang="en-US" dirty="0" smtClean="0"/>
              <a:t>HMSET user_info_1 name admin level 9999</a:t>
            </a:r>
            <a:endParaRPr lang="en-US" altLang="zh-CN" dirty="0" smtClean="0"/>
          </a:p>
          <a:p>
            <a:r>
              <a:rPr lang="en-US" dirty="0" smtClean="0"/>
              <a:t>SORT </a:t>
            </a:r>
            <a:r>
              <a:rPr lang="en-US" dirty="0" err="1" smtClean="0"/>
              <a:t>uid</a:t>
            </a:r>
            <a:r>
              <a:rPr lang="en-US" dirty="0" smtClean="0"/>
              <a:t> BY </a:t>
            </a:r>
            <a:r>
              <a:rPr lang="en-US" dirty="0" err="1" smtClean="0"/>
              <a:t>user_info</a:t>
            </a:r>
            <a:r>
              <a:rPr lang="en-US" dirty="0" smtClean="0"/>
              <a:t>_*-&gt;level</a:t>
            </a:r>
            <a:endParaRPr lang="zh-CN" altLang="en-US" dirty="0" smtClean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F891E2-A387-4BB6-98F3-AB1911FCECE9}" type="slidenum">
              <a:rPr lang="zh-CN" altLang="en-US" smtClean="0"/>
              <a:pPr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10288275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zh-CN" altLang="en-US" dirty="0" smtClean="0"/>
              <a:t>连接会进入一个事务上下文，该连接后续的命令并不是立即执行，而是先放到一 个队列中。当从此连接受到</a:t>
            </a:r>
            <a:r>
              <a:rPr lang="en-US" altLang="zh-CN" dirty="0" smtClean="0"/>
              <a:t>exec</a:t>
            </a:r>
            <a:r>
              <a:rPr lang="zh-CN" altLang="en-US" dirty="0" smtClean="0"/>
              <a:t>命令后，</a:t>
            </a:r>
            <a:r>
              <a:rPr lang="en-US" altLang="zh-CN" dirty="0" err="1" smtClean="0"/>
              <a:t>redis</a:t>
            </a:r>
            <a:r>
              <a:rPr lang="zh-CN" altLang="en-US" dirty="0" smtClean="0"/>
              <a:t>会顺序的执行队列中的所有命令。并将所有命令的运行结果打包到一起返回给</a:t>
            </a:r>
            <a:r>
              <a:rPr lang="en-US" altLang="zh-CN" dirty="0" smtClean="0"/>
              <a:t>client</a:t>
            </a:r>
            <a:r>
              <a:rPr lang="zh-CN" altLang="en-US" dirty="0" smtClean="0"/>
              <a:t>。</a:t>
            </a:r>
            <a:endParaRPr lang="en-US" altLang="zh-CN" dirty="0" smtClean="0"/>
          </a:p>
          <a:p>
            <a:endParaRPr lang="en-US" altLang="zh-CN" dirty="0" smtClean="0"/>
          </a:p>
          <a:p>
            <a:r>
              <a:rPr lang="zh-CN" altLang="en-US" dirty="0" smtClean="0"/>
              <a:t>遇到错误不停止。</a:t>
            </a:r>
            <a:endParaRPr lang="en-US" altLang="zh-CN" dirty="0" smtClean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F891E2-A387-4BB6-98F3-AB1911FCECE9}" type="slidenum">
              <a:rPr lang="zh-CN" altLang="en-US" smtClean="0"/>
              <a:pPr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36015912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zh-CN" altLang="en-US" dirty="0" smtClean="0">
                <a:solidFill>
                  <a:srgbClr val="FF0000"/>
                </a:solidFill>
              </a:rPr>
              <a:t>事务不会立即有返回值。</a:t>
            </a:r>
            <a:endParaRPr lang="en-US" altLang="zh-CN" dirty="0" smtClean="0">
              <a:solidFill>
                <a:srgbClr val="FF0000"/>
              </a:solidFill>
            </a:endParaRPr>
          </a:p>
          <a:p>
            <a:endParaRPr lang="en-US" altLang="zh-CN" dirty="0" smtClean="0"/>
          </a:p>
          <a:p>
            <a:r>
              <a:rPr lang="zh-CN" altLang="en-US" dirty="0" smtClean="0"/>
              <a:t>注意</a:t>
            </a:r>
            <a:r>
              <a:rPr lang="en-US" altLang="zh-CN" dirty="0" smtClean="0"/>
              <a:t>watch</a:t>
            </a:r>
            <a:r>
              <a:rPr lang="zh-CN" altLang="en-US" dirty="0" smtClean="0"/>
              <a:t>的</a:t>
            </a:r>
            <a:r>
              <a:rPr lang="en-US" altLang="zh-CN" dirty="0" smtClean="0"/>
              <a:t>key</a:t>
            </a:r>
            <a:r>
              <a:rPr lang="zh-CN" altLang="en-US" dirty="0" smtClean="0"/>
              <a:t>是对整个连接有效的，事务也一样。如果连接断开，监视和事务都会被自动清除。当然了 </a:t>
            </a:r>
            <a:r>
              <a:rPr lang="en-US" altLang="zh-CN" dirty="0" err="1" smtClean="0"/>
              <a:t>exec,discard,unwatch</a:t>
            </a:r>
            <a:r>
              <a:rPr lang="zh-CN" altLang="en-US" dirty="0" smtClean="0"/>
              <a:t>命令都会清除连接中的所监视。</a:t>
            </a:r>
            <a:endParaRPr lang="en-US" altLang="zh-CN" dirty="0" smtClean="0"/>
          </a:p>
          <a:p>
            <a:endParaRPr lang="en-US" altLang="zh-CN" dirty="0" smtClean="0"/>
          </a:p>
          <a:p>
            <a:r>
              <a:rPr lang="zh-CN" altLang="en-US" dirty="0" smtClean="0"/>
              <a:t>有些库的实现优化，将命令打包发给</a:t>
            </a:r>
            <a:r>
              <a:rPr lang="en-US" altLang="zh-CN" dirty="0" smtClean="0"/>
              <a:t>server</a:t>
            </a:r>
            <a:r>
              <a:rPr lang="zh-CN" altLang="en-US" dirty="0" smtClean="0"/>
              <a:t>。</a:t>
            </a:r>
          </a:p>
          <a:p>
            <a:endParaRPr lang="en-US" altLang="zh-CN" dirty="0" smtClean="0"/>
          </a:p>
          <a:p>
            <a:r>
              <a:rPr lang="zh-CN" altLang="en-US" dirty="0" smtClean="0"/>
              <a:t>当使用 </a:t>
            </a:r>
            <a:r>
              <a:rPr lang="en-US" altLang="zh-CN" dirty="0" smtClean="0"/>
              <a:t>AOF </a:t>
            </a:r>
            <a:r>
              <a:rPr lang="zh-CN" altLang="en-US" dirty="0" smtClean="0"/>
              <a:t>方式做持久化的时候， </a:t>
            </a:r>
            <a:r>
              <a:rPr lang="en-US" altLang="zh-CN" dirty="0" err="1" smtClean="0"/>
              <a:t>Redis</a:t>
            </a:r>
            <a:r>
              <a:rPr lang="en-US" altLang="zh-CN" dirty="0" smtClean="0"/>
              <a:t> </a:t>
            </a:r>
            <a:r>
              <a:rPr lang="zh-CN" altLang="en-US" dirty="0" smtClean="0"/>
              <a:t>会使用单个 </a:t>
            </a:r>
            <a:r>
              <a:rPr lang="en-US" altLang="zh-CN" dirty="0" smtClean="0"/>
              <a:t>write(2) </a:t>
            </a:r>
            <a:r>
              <a:rPr lang="zh-CN" altLang="en-US" dirty="0" smtClean="0"/>
              <a:t>命令将事务写入到磁盘中。</a:t>
            </a:r>
            <a:endParaRPr lang="en-US" altLang="zh-CN" dirty="0" smtClean="0"/>
          </a:p>
          <a:p>
            <a:endParaRPr lang="en-US" altLang="zh-CN" dirty="0" smtClean="0"/>
          </a:p>
          <a:p>
            <a:r>
              <a:rPr lang="zh-CN" altLang="en-US" dirty="0" smtClean="0"/>
              <a:t>然而，如果 </a:t>
            </a:r>
            <a:r>
              <a:rPr lang="en-US" altLang="zh-CN" dirty="0" err="1" smtClean="0"/>
              <a:t>Redis</a:t>
            </a:r>
            <a:r>
              <a:rPr lang="en-US" altLang="zh-CN" dirty="0" smtClean="0"/>
              <a:t> </a:t>
            </a:r>
            <a:r>
              <a:rPr lang="zh-CN" altLang="en-US" dirty="0" smtClean="0"/>
              <a:t>服务器因为某些原因被管理员杀死，或者遇上某种硬件故障，那么可能只有部分事务命令会被成功写入到磁盘中。</a:t>
            </a:r>
          </a:p>
          <a:p>
            <a:r>
              <a:rPr lang="zh-CN" altLang="en-US" dirty="0" smtClean="0"/>
              <a:t>如果 </a:t>
            </a:r>
            <a:r>
              <a:rPr lang="en-US" altLang="zh-CN" dirty="0" err="1" smtClean="0"/>
              <a:t>Redis</a:t>
            </a:r>
            <a:r>
              <a:rPr lang="en-US" altLang="zh-CN" dirty="0" smtClean="0"/>
              <a:t> </a:t>
            </a:r>
            <a:r>
              <a:rPr lang="zh-CN" altLang="en-US" dirty="0" smtClean="0"/>
              <a:t>在重新启动时发现 </a:t>
            </a:r>
            <a:r>
              <a:rPr lang="en-US" altLang="zh-CN" dirty="0" smtClean="0"/>
              <a:t>AOF </a:t>
            </a:r>
            <a:r>
              <a:rPr lang="zh-CN" altLang="en-US" dirty="0" smtClean="0"/>
              <a:t>文件出了这样的问题，那么它会退出，并汇报一个错误。</a:t>
            </a:r>
          </a:p>
          <a:p>
            <a:r>
              <a:rPr lang="zh-CN" altLang="en-US" dirty="0" smtClean="0"/>
              <a:t>使用 </a:t>
            </a:r>
            <a:r>
              <a:rPr lang="en-US" altLang="zh-CN" dirty="0" err="1" smtClean="0"/>
              <a:t>redis</a:t>
            </a:r>
            <a:r>
              <a:rPr lang="en-US" altLang="zh-CN" dirty="0" smtClean="0"/>
              <a:t>-check-</a:t>
            </a:r>
            <a:r>
              <a:rPr lang="en-US" altLang="zh-CN" dirty="0" err="1" smtClean="0"/>
              <a:t>aof</a:t>
            </a:r>
            <a:r>
              <a:rPr lang="en-US" altLang="zh-CN" dirty="0" smtClean="0"/>
              <a:t> </a:t>
            </a:r>
            <a:r>
              <a:rPr lang="zh-CN" altLang="en-US" dirty="0" smtClean="0"/>
              <a:t>程序可以修复这一问题：它会移除 </a:t>
            </a:r>
            <a:r>
              <a:rPr lang="en-US" altLang="zh-CN" dirty="0" smtClean="0"/>
              <a:t>AOF </a:t>
            </a:r>
            <a:r>
              <a:rPr lang="zh-CN" altLang="en-US" dirty="0" smtClean="0"/>
              <a:t>文件中不完整事务的信息，确保服务器可以顺利启动。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F891E2-A387-4BB6-98F3-AB1911FCECE9}" type="slidenum">
              <a:rPr lang="zh-CN" altLang="en-US" smtClean="0"/>
              <a:pPr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12672527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zlbytes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uint32_t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整个</a:t>
            </a:r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ziplist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占用的内存字节数，对</a:t>
            </a:r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ziplist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进行内存重分配，或</a:t>
            </a:r>
          </a:p>
          <a:p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者计算末端时使用。</a:t>
            </a:r>
          </a:p>
          <a:p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zltail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uint32_t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到达</a:t>
            </a:r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ziplist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表尾节点的偏移量。通过这个偏移量，可以在不遍</a:t>
            </a:r>
          </a:p>
          <a:p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历整个</a:t>
            </a:r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ziplist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的前提下，弹出表尾节点。</a:t>
            </a:r>
          </a:p>
          <a:p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zllen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uint16_t </a:t>
            </a:r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ziplist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中节点的数量。当这个值小于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UINT16_MAX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（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65535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）时，</a:t>
            </a:r>
          </a:p>
          <a:p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这个值就是</a:t>
            </a:r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ziplist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中节点的数量；当这个值等于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UINT16_MAX</a:t>
            </a:r>
          </a:p>
          <a:p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时，节点的数量需要遍历整个</a:t>
            </a:r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ziplist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才能计算得出。</a:t>
            </a:r>
          </a:p>
          <a:p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entryX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? </a:t>
            </a:r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ziplist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所保存的节点，各个节点的长度根据内容而定。</a:t>
            </a:r>
          </a:p>
          <a:p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zlend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uint8_t 255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的二进制值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1111 1111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（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UINT8_MAX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），用于标记</a:t>
            </a:r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ziplist</a:t>
            </a:r>
            <a:endParaRPr lang="en-US" altLang="zh-CN" sz="1200" b="0" i="0" u="none" strike="noStrike" kern="1200" baseline="0" dirty="0" smtClea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的末端。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F891E2-A387-4BB6-98F3-AB1911FCECE9}" type="slidenum">
              <a:rPr lang="zh-CN" altLang="en-US" smtClean="0"/>
              <a:pPr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28372694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zlbytes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uint32_t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整个</a:t>
            </a:r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ziplist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占用的内存字节数，对</a:t>
            </a:r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ziplist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进行内存重分配，或</a:t>
            </a:r>
          </a:p>
          <a:p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者计算末端时使用。</a:t>
            </a:r>
          </a:p>
          <a:p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zltail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uint32_t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到达</a:t>
            </a:r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ziplist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表尾节点的偏移量。通过这个偏移量，可以在不遍</a:t>
            </a:r>
          </a:p>
          <a:p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历整个</a:t>
            </a:r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ziplist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的前提下，弹出表尾节点。</a:t>
            </a:r>
          </a:p>
          <a:p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zllen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uint16_t </a:t>
            </a:r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ziplist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中节点的数量。当这个值小于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UINT16_MAX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（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65535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）时，</a:t>
            </a:r>
          </a:p>
          <a:p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这个值就是</a:t>
            </a:r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ziplist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中节点的数量；当这个值等于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UINT16_MAX</a:t>
            </a:r>
          </a:p>
          <a:p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时，节点的数量需要遍历整个</a:t>
            </a:r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ziplist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才能计算得出。</a:t>
            </a:r>
          </a:p>
          <a:p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entryX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? </a:t>
            </a:r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ziplist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所保存的节点，各个节点的长度根据内容而定。</a:t>
            </a:r>
          </a:p>
          <a:p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zlend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uint8_t 255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的二进制值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1111 1111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（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UINT8_MAX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），用于标记</a:t>
            </a:r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ziplist</a:t>
            </a:r>
            <a:endParaRPr lang="en-US" altLang="zh-CN" sz="1200" b="0" i="0" u="none" strike="noStrike" kern="1200" baseline="0" dirty="0" smtClea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的末端。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F891E2-A387-4BB6-98F3-AB1911FCECE9}" type="slidenum">
              <a:rPr lang="zh-CN" altLang="en-US" smtClean="0"/>
              <a:pPr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36107219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zlbytes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uint32_t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整个</a:t>
            </a:r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ziplist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占用的内存字节数，对</a:t>
            </a:r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ziplist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进行内存重分配，或</a:t>
            </a:r>
          </a:p>
          <a:p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者计算末端时使用。</a:t>
            </a:r>
          </a:p>
          <a:p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zltail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uint32_t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到达</a:t>
            </a:r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ziplist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表尾节点的偏移量。通过这个偏移量，可以在不遍</a:t>
            </a:r>
          </a:p>
          <a:p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历整个</a:t>
            </a:r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ziplist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的前提下，弹出表尾节点。</a:t>
            </a:r>
          </a:p>
          <a:p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zllen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uint16_t </a:t>
            </a:r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ziplist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中节点的数量。当这个值小于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UINT16_MAX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（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65535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）时，</a:t>
            </a:r>
          </a:p>
          <a:p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这个值就是</a:t>
            </a:r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ziplist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中节点的数量；当这个值等于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UINT16_MAX</a:t>
            </a:r>
          </a:p>
          <a:p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时，节点的数量需要遍历整个</a:t>
            </a:r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ziplist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才能计算得出。</a:t>
            </a:r>
          </a:p>
          <a:p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entryX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? </a:t>
            </a:r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ziplist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所保存的节点，各个节点的长度根据内容而定。</a:t>
            </a:r>
          </a:p>
          <a:p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zlend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uint8_t 255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的二进制值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1111 1111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（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UINT8_MAX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），用于标记</a:t>
            </a:r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ziplist</a:t>
            </a:r>
            <a:endParaRPr lang="en-US" altLang="zh-CN" sz="1200" b="0" i="0" u="none" strike="noStrike" kern="1200" baseline="0" dirty="0" smtClea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的末端。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F891E2-A387-4BB6-98F3-AB1911FCECE9}" type="slidenum">
              <a:rPr lang="zh-CN" altLang="en-US" smtClean="0"/>
              <a:pPr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41304284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1.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定时删除：在设置键的过期时间时，创建一个定时事件，当过期时间到达时，由事件处理</a:t>
            </a:r>
          </a:p>
          <a:p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器自动执行键的删除操作。</a:t>
            </a:r>
          </a:p>
          <a:p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2.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惰性删除：放任键过期不管，但是在每次从</a:t>
            </a:r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dict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字典中取出键值时，要检查键是否过</a:t>
            </a:r>
          </a:p>
          <a:p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期，如果过期的话，就删除它，并返回空；如果没过期，就返回键值。</a:t>
            </a:r>
          </a:p>
          <a:p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3.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定期删除：每隔一段时间，对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expires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字典进行检查，删除里面的过期键。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F891E2-A387-4BB6-98F3-AB1911FCECE9}" type="slidenum">
              <a:rPr lang="zh-CN" altLang="en-US" smtClean="0"/>
              <a:pPr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37235242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在每个代表数据库的</a:t>
            </a:r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redis.h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redisDb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结构类型中，都保存了一个</a:t>
            </a:r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watched_keys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字典，字典</a:t>
            </a:r>
          </a:p>
          <a:p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的键是这个数据库被监视的键，而字典的值则是一个链表，链表中保存了所有监视这个键的客</a:t>
            </a:r>
          </a:p>
          <a:p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户端。</a:t>
            </a:r>
            <a:endParaRPr lang="en-US" altLang="zh-CN" sz="1200" b="0" i="0" u="none" strike="noStrike" kern="1200" baseline="0" dirty="0" smtClea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US" altLang="zh-CN" sz="1200" b="0" i="0" u="none" strike="noStrike" kern="1200" baseline="0" dirty="0" smtClea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检查数据库的</a:t>
            </a:r>
            <a:r>
              <a:rPr lang="en-US" altLang="zh-CN" sz="1200" b="0" i="0" u="none" strike="noStrike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watched_keys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字典，看是否有客户端在监视已经被命令修改的键，如果</a:t>
            </a:r>
          </a:p>
          <a:p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有的话，程序将所有监视这个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这些被修改键的客户端的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REDIS_DIRTY_CAS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选项打开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</a:p>
          <a:p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当客户端发送</a:t>
            </a:r>
            <a:r>
              <a:rPr lang="en-US" altLang="zh-CN" sz="1200" b="0" i="1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EXEC </a:t>
            </a:r>
            <a:r>
              <a:rPr lang="zh-CN" altLang="en-US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命令、触发事务执行时，服务器会对客户端的状态进行检查</a:t>
            </a:r>
            <a:r>
              <a:rPr lang="en-US" altLang="zh-CN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F891E2-A387-4BB6-98F3-AB1911FCECE9}" type="slidenum">
              <a:rPr lang="zh-CN" altLang="en-US" smtClean="0"/>
              <a:pPr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37509072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zh-CN" altLang="en-US" dirty="0" smtClean="0"/>
              <a:t>为什么能串行执行</a:t>
            </a:r>
            <a:endParaRPr lang="en-US" altLang="zh-CN" dirty="0" smtClean="0"/>
          </a:p>
          <a:p>
            <a:endParaRPr lang="en-US" altLang="zh-CN" dirty="0" smtClean="0"/>
          </a:p>
          <a:p>
            <a:r>
              <a:rPr lang="en-US" altLang="zh-CN" dirty="0" smtClean="0"/>
              <a:t>I/O</a:t>
            </a:r>
            <a:r>
              <a:rPr lang="zh-CN" altLang="en-US" dirty="0" smtClean="0"/>
              <a:t>多路复用程序总是会将所有产生事件的套接字都放到一个队列里面，然后通过这个队列，以有序（</a:t>
            </a:r>
            <a:r>
              <a:rPr lang="en-US" altLang="zh-CN" dirty="0" smtClean="0"/>
              <a:t>sequentially</a:t>
            </a:r>
            <a:r>
              <a:rPr lang="zh-CN" altLang="en-US" dirty="0" smtClean="0"/>
              <a:t>）、同步（</a:t>
            </a:r>
            <a:r>
              <a:rPr lang="en-US" altLang="zh-CN" dirty="0" smtClean="0"/>
              <a:t>synchronously</a:t>
            </a:r>
            <a:r>
              <a:rPr lang="zh-CN" altLang="en-US" dirty="0" smtClean="0"/>
              <a:t>）、每次一个套接字的方式向文件事件分派器传送套接字。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F891E2-A387-4BB6-98F3-AB1911FCECE9}" type="slidenum">
              <a:rPr lang="zh-CN" altLang="en-US" smtClean="0"/>
              <a:pPr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2624536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zh-CN" altLang="en-US" dirty="0" smtClean="0"/>
              <a:t>读事件实现接收命令请求</a:t>
            </a:r>
            <a:endParaRPr lang="en-US" altLang="zh-CN" dirty="0" smtClean="0"/>
          </a:p>
          <a:p>
            <a:r>
              <a:rPr lang="zh-CN" altLang="en-US" dirty="0" smtClean="0"/>
              <a:t>写事件实现返回结果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F891E2-A387-4BB6-98F3-AB1911FCECE9}" type="slidenum">
              <a:rPr lang="zh-CN" altLang="en-US" smtClean="0"/>
              <a:pPr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39456609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F891E2-A387-4BB6-98F3-AB1911FCECE9}" type="slidenum">
              <a:rPr lang="zh-CN" altLang="en-US" smtClean="0"/>
              <a:pPr/>
              <a:t>25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36307808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F891E2-A387-4BB6-98F3-AB1911FCECE9}" type="slidenum">
              <a:rPr lang="zh-CN" altLang="en-US" smtClean="0"/>
              <a:pPr/>
              <a:t>26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25523097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F891E2-A387-4BB6-98F3-AB1911FCECE9}" type="slidenum">
              <a:rPr lang="zh-CN" altLang="en-US" smtClean="0"/>
              <a:pPr/>
              <a:t>27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17058634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F891E2-A387-4BB6-98F3-AB1911FCECE9}" type="slidenum">
              <a:rPr lang="zh-CN" altLang="en-US" smtClean="0"/>
              <a:pPr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316371465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F891E2-A387-4BB6-98F3-AB1911FCECE9}" type="slidenum">
              <a:rPr lang="zh-CN" altLang="en-US" smtClean="0"/>
              <a:pPr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11955850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2018/3/23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2018/3/23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2018/3/23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2018/3/23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2018/3/23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2018/3/23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2018/3/23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2018/3/23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2018/3/23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2018/3/23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2018/3/23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820CF-B880-4189-942D-D702A7CBA730}" type="datetimeFigureOut">
              <a:rPr lang="zh-CN" altLang="en-US" smtClean="0"/>
              <a:pPr/>
              <a:t>2018/3/23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2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 err="1" smtClean="0"/>
              <a:t>Redis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 smtClean="0"/>
              <a:t>Commands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sorted set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err="1" smtClean="0"/>
              <a:t>zscore</a:t>
            </a:r>
            <a:endParaRPr lang="en-US" altLang="zh-CN" dirty="0" smtClean="0"/>
          </a:p>
          <a:p>
            <a:r>
              <a:rPr lang="en-US" altLang="zh-CN" dirty="0" err="1" smtClean="0"/>
              <a:t>zrank</a:t>
            </a:r>
            <a:endParaRPr lang="en-US" altLang="zh-CN" dirty="0" smtClean="0"/>
          </a:p>
          <a:p>
            <a:r>
              <a:rPr lang="en-US" altLang="zh-CN" dirty="0" err="1" smtClean="0"/>
              <a:t>zrangebyscore</a:t>
            </a:r>
            <a:endParaRPr lang="en-US" altLang="zh-CN" dirty="0" smtClean="0"/>
          </a:p>
          <a:p>
            <a:r>
              <a:rPr lang="en-US" altLang="zh-CN" dirty="0" err="1" smtClean="0"/>
              <a:t>zinterstore</a:t>
            </a:r>
            <a:endParaRPr lang="en-US" altLang="zh-CN" dirty="0" smtClean="0"/>
          </a:p>
          <a:p>
            <a:endParaRPr lang="en-US" dirty="0" smtClean="0"/>
          </a:p>
          <a:p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sort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smtClean="0"/>
              <a:t>Sort</a:t>
            </a:r>
          </a:p>
          <a:p>
            <a:r>
              <a:rPr lang="en-US" altLang="zh-CN" dirty="0" smtClean="0"/>
              <a:t>limit</a:t>
            </a:r>
          </a:p>
          <a:p>
            <a:r>
              <a:rPr lang="en-US" altLang="zh-CN" dirty="0" err="1" smtClean="0"/>
              <a:t>foreing</a:t>
            </a:r>
            <a:r>
              <a:rPr lang="en-US" altLang="zh-CN" dirty="0" smtClean="0"/>
              <a:t> key (by, get, hash)</a:t>
            </a:r>
          </a:p>
          <a:p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/>
        </p:nvGraphicFramePr>
        <p:xfrm>
          <a:off x="1357290" y="3571876"/>
          <a:ext cx="6096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032000"/>
                <a:gridCol w="2032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uid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user_name</a:t>
                      </a:r>
                      <a:r>
                        <a:rPr lang="en-US" dirty="0"/>
                        <a:t>_{</a:t>
                      </a:r>
                      <a:r>
                        <a:rPr lang="en-US" dirty="0" err="1"/>
                        <a:t>uid</a:t>
                      </a:r>
                      <a:r>
                        <a:rPr lang="en-US" dirty="0"/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user_level</a:t>
                      </a:r>
                      <a:r>
                        <a:rPr lang="en-US" dirty="0"/>
                        <a:t>_{</a:t>
                      </a:r>
                      <a:r>
                        <a:rPr lang="en-US" dirty="0" err="1"/>
                        <a:t>uid</a:t>
                      </a:r>
                      <a:r>
                        <a:rPr lang="en-US" dirty="0"/>
                        <a:t>}</a:t>
                      </a:r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admin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9999</a:t>
                      </a:r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jack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10</a:t>
                      </a:r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peter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25</a:t>
                      </a:r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mary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70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transaction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smtClean="0"/>
              <a:t>multi</a:t>
            </a:r>
          </a:p>
          <a:p>
            <a:r>
              <a:rPr lang="en-US" altLang="zh-CN" dirty="0" smtClean="0"/>
              <a:t>discard</a:t>
            </a:r>
          </a:p>
          <a:p>
            <a:r>
              <a:rPr lang="en-US" altLang="zh-CN" dirty="0" smtClean="0"/>
              <a:t>exec</a:t>
            </a:r>
          </a:p>
          <a:p>
            <a:r>
              <a:rPr lang="en-US" altLang="zh-CN" dirty="0" smtClean="0">
                <a:hlinkClick r:id="rId3" action="ppaction://hlinksldjump"/>
              </a:rPr>
              <a:t>watch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transaction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Atomicity ✘</a:t>
            </a:r>
          </a:p>
          <a:p>
            <a:r>
              <a:rPr lang="en-US" dirty="0" smtClean="0"/>
              <a:t>Consistency ✔</a:t>
            </a:r>
          </a:p>
          <a:p>
            <a:r>
              <a:rPr lang="en-US" dirty="0" smtClean="0"/>
              <a:t>Isolation ✔</a:t>
            </a:r>
          </a:p>
          <a:p>
            <a:r>
              <a:rPr lang="en-US" dirty="0" smtClean="0"/>
              <a:t>Durability ✘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 smtClean="0"/>
              <a:t>Application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Message 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1844824"/>
            <a:ext cx="6789326" cy="31683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Message 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sz="2400" dirty="0" smtClean="0"/>
              <a:t>创建聊天室</a:t>
            </a:r>
            <a:endParaRPr lang="en-US" altLang="zh-CN" sz="2400" dirty="0" smtClean="0"/>
          </a:p>
          <a:p>
            <a:pPr marL="0" indent="0">
              <a:buNone/>
            </a:pPr>
            <a:r>
              <a:rPr lang="en-US" altLang="zh-CN" sz="2400" dirty="0" err="1"/>
              <a:t>chat_id</a:t>
            </a:r>
            <a:r>
              <a:rPr lang="en-US" altLang="zh-CN" sz="2400" dirty="0"/>
              <a:t> = </a:t>
            </a:r>
            <a:r>
              <a:rPr lang="en-US" altLang="zh-CN" sz="2400" dirty="0" err="1" smtClean="0"/>
              <a:t>conn.incr</a:t>
            </a:r>
            <a:r>
              <a:rPr lang="en-US" altLang="zh-CN" sz="2400" dirty="0"/>
              <a:t>('</a:t>
            </a:r>
            <a:r>
              <a:rPr lang="en-US" altLang="zh-CN" sz="2400" dirty="0" err="1"/>
              <a:t>ids:chat</a:t>
            </a:r>
            <a:r>
              <a:rPr lang="en-US" altLang="zh-CN" sz="2400" dirty="0" smtClean="0"/>
              <a:t>:')</a:t>
            </a:r>
          </a:p>
          <a:p>
            <a:pPr marL="0" indent="0">
              <a:buNone/>
            </a:pPr>
            <a:r>
              <a:rPr lang="en-US" altLang="zh-CN" sz="2400" dirty="0"/>
              <a:t>pipeline = </a:t>
            </a:r>
            <a:r>
              <a:rPr lang="en-US" altLang="zh-CN" sz="2400" dirty="0" err="1"/>
              <a:t>conn.pipeline</a:t>
            </a:r>
            <a:r>
              <a:rPr lang="en-US" altLang="zh-CN" sz="2400" dirty="0"/>
              <a:t>(True</a:t>
            </a:r>
            <a:r>
              <a:rPr lang="en-US" altLang="zh-CN" sz="2400" dirty="0" smtClean="0"/>
              <a:t>)</a:t>
            </a:r>
          </a:p>
          <a:p>
            <a:pPr marL="0" indent="0">
              <a:buNone/>
            </a:pPr>
            <a:r>
              <a:rPr lang="en-US" altLang="zh-CN" sz="2400" dirty="0" err="1"/>
              <a:t>recipientsd</a:t>
            </a:r>
            <a:r>
              <a:rPr lang="en-US" altLang="zh-CN" sz="2400" dirty="0"/>
              <a:t> = </a:t>
            </a:r>
            <a:r>
              <a:rPr lang="en-US" altLang="zh-CN" sz="2400" dirty="0" err="1"/>
              <a:t>dict</a:t>
            </a:r>
            <a:r>
              <a:rPr lang="en-US" altLang="zh-CN" sz="2400" dirty="0"/>
              <a:t>((r, 0) for r in recipients)</a:t>
            </a:r>
          </a:p>
          <a:p>
            <a:pPr marL="0" indent="0">
              <a:buNone/>
            </a:pPr>
            <a:r>
              <a:rPr lang="en-US" altLang="zh-CN" sz="2400" dirty="0" err="1"/>
              <a:t>pipeline.zadd</a:t>
            </a:r>
            <a:r>
              <a:rPr lang="en-US" altLang="zh-CN" sz="2400" dirty="0"/>
              <a:t>('chat:' + </a:t>
            </a:r>
            <a:r>
              <a:rPr lang="en-US" altLang="zh-CN" sz="2400" dirty="0" err="1"/>
              <a:t>chat_id</a:t>
            </a:r>
            <a:r>
              <a:rPr lang="en-US" altLang="zh-CN" sz="2400" dirty="0"/>
              <a:t>, **</a:t>
            </a:r>
            <a:r>
              <a:rPr lang="en-US" altLang="zh-CN" sz="2400" dirty="0" err="1"/>
              <a:t>recipientsd</a:t>
            </a:r>
            <a:r>
              <a:rPr lang="en-US" altLang="zh-CN" sz="2400" dirty="0" smtClean="0"/>
              <a:t>)</a:t>
            </a:r>
          </a:p>
          <a:p>
            <a:pPr marL="0" indent="0">
              <a:buNone/>
            </a:pPr>
            <a:r>
              <a:rPr lang="en-US" altLang="zh-CN" sz="2400" dirty="0"/>
              <a:t>for rec in recipients:</a:t>
            </a:r>
          </a:p>
          <a:p>
            <a:pPr marL="0" indent="0">
              <a:buNone/>
            </a:pPr>
            <a:r>
              <a:rPr lang="en-US" altLang="zh-CN" sz="2400" dirty="0" err="1"/>
              <a:t>pipeline.zadd</a:t>
            </a:r>
            <a:r>
              <a:rPr lang="en-US" altLang="zh-CN" sz="2400" dirty="0"/>
              <a:t>('seen:' + rec, </a:t>
            </a:r>
            <a:r>
              <a:rPr lang="en-US" altLang="zh-CN" sz="2400" dirty="0" err="1"/>
              <a:t>chat_id</a:t>
            </a:r>
            <a:r>
              <a:rPr lang="en-US" altLang="zh-CN" sz="2400" dirty="0"/>
              <a:t>, 0)</a:t>
            </a:r>
          </a:p>
          <a:p>
            <a:pPr marL="0" indent="0">
              <a:buNone/>
            </a:pPr>
            <a:r>
              <a:rPr lang="en-US" altLang="zh-CN" sz="2400" dirty="0" err="1"/>
              <a:t>pipeline.execute</a:t>
            </a:r>
            <a:r>
              <a:rPr lang="en-US" altLang="zh-CN" sz="2400" dirty="0"/>
              <a:t>()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xmlns="" val="7074609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Message 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zh-CN" altLang="en-US" sz="2400" dirty="0" smtClean="0"/>
              <a:t>发送消息</a:t>
            </a:r>
            <a:endParaRPr lang="en-US" altLang="zh-CN" sz="2400" dirty="0" smtClean="0"/>
          </a:p>
          <a:p>
            <a:pPr marL="0" indent="0">
              <a:buNone/>
            </a:pPr>
            <a:r>
              <a:rPr lang="en-US" altLang="zh-CN" sz="2400" dirty="0"/>
              <a:t>identifier = </a:t>
            </a:r>
            <a:r>
              <a:rPr lang="en-US" altLang="zh-CN" sz="2400" dirty="0" err="1"/>
              <a:t>acquire_lock</a:t>
            </a:r>
            <a:r>
              <a:rPr lang="en-US" altLang="zh-CN" sz="2400" dirty="0"/>
              <a:t>(conn, 'chat:' + </a:t>
            </a:r>
            <a:r>
              <a:rPr lang="en-US" altLang="zh-CN" sz="2400" dirty="0" err="1"/>
              <a:t>chat_id</a:t>
            </a:r>
            <a:r>
              <a:rPr lang="en-US" altLang="zh-CN" sz="2400" dirty="0" smtClean="0"/>
              <a:t>)</a:t>
            </a:r>
          </a:p>
          <a:p>
            <a:pPr marL="0" indent="0">
              <a:buNone/>
            </a:pPr>
            <a:r>
              <a:rPr lang="en-US" altLang="zh-CN" sz="2400" dirty="0"/>
              <a:t>mid = </a:t>
            </a:r>
            <a:r>
              <a:rPr lang="en-US" altLang="zh-CN" sz="2400" dirty="0" err="1"/>
              <a:t>conn.incr</a:t>
            </a:r>
            <a:r>
              <a:rPr lang="en-US" altLang="zh-CN" sz="2400" dirty="0"/>
              <a:t>('ids:' + </a:t>
            </a:r>
            <a:r>
              <a:rPr lang="en-US" altLang="zh-CN" sz="2400" dirty="0" err="1"/>
              <a:t>chat_id</a:t>
            </a:r>
            <a:r>
              <a:rPr lang="en-US" altLang="zh-CN" sz="2400" dirty="0"/>
              <a:t>)</a:t>
            </a:r>
          </a:p>
          <a:p>
            <a:pPr marL="0" indent="0">
              <a:buNone/>
            </a:pPr>
            <a:r>
              <a:rPr lang="en-US" altLang="zh-CN" sz="2400" dirty="0" err="1"/>
              <a:t>ts</a:t>
            </a:r>
            <a:r>
              <a:rPr lang="en-US" altLang="zh-CN" sz="2400" dirty="0"/>
              <a:t> = </a:t>
            </a:r>
            <a:r>
              <a:rPr lang="en-US" altLang="zh-CN" sz="2400" dirty="0" err="1"/>
              <a:t>time.time</a:t>
            </a:r>
            <a:r>
              <a:rPr lang="en-US" altLang="zh-CN" sz="2400" dirty="0"/>
              <a:t>()</a:t>
            </a:r>
          </a:p>
          <a:p>
            <a:pPr marL="0" indent="0">
              <a:buNone/>
            </a:pPr>
            <a:r>
              <a:rPr lang="en-US" altLang="zh-CN" sz="2400" dirty="0"/>
              <a:t>packed = </a:t>
            </a:r>
            <a:r>
              <a:rPr lang="en-US" altLang="zh-CN" sz="2400" dirty="0" err="1"/>
              <a:t>json.dumps</a:t>
            </a:r>
            <a:r>
              <a:rPr lang="en-US" altLang="zh-CN" sz="2400" dirty="0"/>
              <a:t>({</a:t>
            </a:r>
          </a:p>
          <a:p>
            <a:pPr marL="0" indent="0">
              <a:buNone/>
            </a:pPr>
            <a:r>
              <a:rPr lang="en-US" altLang="zh-CN" sz="2400" dirty="0" smtClean="0"/>
              <a:t>	'id</a:t>
            </a:r>
            <a:r>
              <a:rPr lang="en-US" altLang="zh-CN" sz="2400" dirty="0"/>
              <a:t>': mid,</a:t>
            </a:r>
          </a:p>
          <a:p>
            <a:pPr marL="0" indent="0">
              <a:buNone/>
            </a:pPr>
            <a:r>
              <a:rPr lang="en-US" altLang="zh-CN" sz="2400" dirty="0" smtClean="0"/>
              <a:t>	'</a:t>
            </a:r>
            <a:r>
              <a:rPr lang="en-US" altLang="zh-CN" sz="2400" dirty="0" err="1" smtClean="0"/>
              <a:t>ts</a:t>
            </a:r>
            <a:r>
              <a:rPr lang="en-US" altLang="zh-CN" sz="2400" dirty="0"/>
              <a:t>': </a:t>
            </a:r>
            <a:r>
              <a:rPr lang="en-US" altLang="zh-CN" sz="2400" dirty="0" err="1"/>
              <a:t>ts</a:t>
            </a:r>
            <a:r>
              <a:rPr lang="en-US" altLang="zh-CN" sz="2400" dirty="0"/>
              <a:t>,</a:t>
            </a:r>
          </a:p>
          <a:p>
            <a:pPr marL="0" indent="0">
              <a:buNone/>
            </a:pPr>
            <a:r>
              <a:rPr lang="en-US" altLang="zh-CN" sz="2400" dirty="0" smtClean="0"/>
              <a:t>	'sender</a:t>
            </a:r>
            <a:r>
              <a:rPr lang="en-US" altLang="zh-CN" sz="2400" dirty="0"/>
              <a:t>': sender,</a:t>
            </a:r>
          </a:p>
          <a:p>
            <a:pPr marL="0" indent="0">
              <a:buNone/>
            </a:pPr>
            <a:r>
              <a:rPr lang="en-US" altLang="zh-CN" sz="2400" dirty="0" smtClean="0"/>
              <a:t>	'message</a:t>
            </a:r>
            <a:r>
              <a:rPr lang="en-US" altLang="zh-CN" sz="2400" dirty="0"/>
              <a:t>': message</a:t>
            </a:r>
            <a:r>
              <a:rPr lang="en-US" altLang="zh-CN" sz="2400" dirty="0" smtClean="0"/>
              <a:t>,})</a:t>
            </a:r>
            <a:endParaRPr lang="en-US" altLang="zh-CN" sz="2400" dirty="0"/>
          </a:p>
          <a:p>
            <a:pPr marL="0" indent="0">
              <a:buNone/>
            </a:pPr>
            <a:r>
              <a:rPr lang="en-US" altLang="zh-CN" sz="2400" dirty="0" err="1"/>
              <a:t>conn.zadd</a:t>
            </a:r>
            <a:r>
              <a:rPr lang="en-US" altLang="zh-CN" sz="2400" dirty="0"/>
              <a:t>('</a:t>
            </a:r>
            <a:r>
              <a:rPr lang="en-US" altLang="zh-CN" sz="2400" dirty="0" err="1"/>
              <a:t>msgs</a:t>
            </a:r>
            <a:r>
              <a:rPr lang="en-US" altLang="zh-CN" sz="2400" dirty="0"/>
              <a:t>:' + </a:t>
            </a:r>
            <a:r>
              <a:rPr lang="en-US" altLang="zh-CN" sz="2400" dirty="0" err="1"/>
              <a:t>chat_id</a:t>
            </a:r>
            <a:r>
              <a:rPr lang="en-US" altLang="zh-CN" sz="2400" dirty="0"/>
              <a:t>, packed, mid</a:t>
            </a:r>
            <a:r>
              <a:rPr lang="en-US" altLang="zh-CN" sz="2400" dirty="0" smtClean="0"/>
              <a:t>)</a:t>
            </a:r>
          </a:p>
          <a:p>
            <a:pPr marL="0" indent="0">
              <a:buNone/>
            </a:pPr>
            <a:r>
              <a:rPr lang="en-US" altLang="zh-CN" sz="2400" dirty="0" err="1"/>
              <a:t>release_lock</a:t>
            </a:r>
            <a:r>
              <a:rPr lang="en-US" altLang="zh-CN" sz="2400" dirty="0"/>
              <a:t>(conn, 'chat:' + </a:t>
            </a:r>
            <a:r>
              <a:rPr lang="en-US" altLang="zh-CN" sz="2400" dirty="0" err="1"/>
              <a:t>chat_id</a:t>
            </a:r>
            <a:r>
              <a:rPr lang="en-US" altLang="zh-CN" sz="2400" dirty="0"/>
              <a:t>, identifier)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xmlns="" val="16739245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Message 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zh-CN" altLang="en-US" sz="1800" dirty="0" smtClean="0"/>
              <a:t>获取消息</a:t>
            </a:r>
            <a:endParaRPr lang="en-US" altLang="zh-CN" sz="1800" dirty="0" smtClean="0"/>
          </a:p>
          <a:p>
            <a:pPr marL="0" indent="0">
              <a:buNone/>
            </a:pPr>
            <a:r>
              <a:rPr lang="en-US" altLang="zh-CN" sz="1800" dirty="0"/>
              <a:t>seen = </a:t>
            </a:r>
            <a:r>
              <a:rPr lang="en-US" altLang="zh-CN" sz="1800" dirty="0" err="1"/>
              <a:t>conn.zrange</a:t>
            </a:r>
            <a:r>
              <a:rPr lang="en-US" altLang="zh-CN" sz="1800" dirty="0"/>
              <a:t>('seen:' + recipient, 0, -1, </a:t>
            </a:r>
            <a:r>
              <a:rPr lang="en-US" altLang="zh-CN" sz="1800" dirty="0" err="1"/>
              <a:t>withscores</a:t>
            </a:r>
            <a:r>
              <a:rPr lang="en-US" altLang="zh-CN" sz="1800" dirty="0"/>
              <a:t>=True</a:t>
            </a:r>
            <a:r>
              <a:rPr lang="en-US" altLang="zh-CN" sz="1800" dirty="0" smtClean="0"/>
              <a:t>)</a:t>
            </a:r>
          </a:p>
          <a:p>
            <a:pPr marL="0" indent="0">
              <a:buNone/>
            </a:pPr>
            <a:r>
              <a:rPr lang="en-US" altLang="zh-CN" sz="1800" dirty="0"/>
              <a:t>for </a:t>
            </a:r>
            <a:r>
              <a:rPr lang="en-US" altLang="zh-CN" sz="1800" dirty="0" err="1"/>
              <a:t>chat_id</a:t>
            </a:r>
            <a:r>
              <a:rPr lang="en-US" altLang="zh-CN" sz="1800" dirty="0"/>
              <a:t>, </a:t>
            </a:r>
            <a:r>
              <a:rPr lang="en-US" altLang="zh-CN" sz="1800" dirty="0" err="1"/>
              <a:t>seen_id</a:t>
            </a:r>
            <a:r>
              <a:rPr lang="en-US" altLang="zh-CN" sz="1800" dirty="0"/>
              <a:t> in seen:</a:t>
            </a:r>
          </a:p>
          <a:p>
            <a:pPr marL="0" indent="0">
              <a:buNone/>
            </a:pPr>
            <a:r>
              <a:rPr lang="en-US" altLang="zh-CN" sz="1800" dirty="0" smtClean="0"/>
              <a:t>	</a:t>
            </a:r>
            <a:r>
              <a:rPr lang="en-US" altLang="zh-CN" sz="1800" dirty="0" err="1" smtClean="0"/>
              <a:t>pipeline.zrangebyscore</a:t>
            </a:r>
            <a:r>
              <a:rPr lang="en-US" altLang="zh-CN" sz="1800" dirty="0" smtClean="0"/>
              <a:t>('</a:t>
            </a:r>
            <a:r>
              <a:rPr lang="en-US" altLang="zh-CN" sz="1800" dirty="0" err="1" smtClean="0"/>
              <a:t>msgs</a:t>
            </a:r>
            <a:r>
              <a:rPr lang="en-US" altLang="zh-CN" sz="1800" dirty="0"/>
              <a:t>:' + </a:t>
            </a:r>
            <a:r>
              <a:rPr lang="en-US" altLang="zh-CN" sz="1800" dirty="0" err="1"/>
              <a:t>chat_id</a:t>
            </a:r>
            <a:r>
              <a:rPr lang="en-US" altLang="zh-CN" sz="1800" dirty="0"/>
              <a:t>, seen_id+1, '</a:t>
            </a:r>
            <a:r>
              <a:rPr lang="en-US" altLang="zh-CN" sz="1800" dirty="0" err="1"/>
              <a:t>inf</a:t>
            </a:r>
            <a:r>
              <a:rPr lang="en-US" altLang="zh-CN" sz="1800" dirty="0" smtClean="0"/>
              <a:t>')</a:t>
            </a:r>
          </a:p>
          <a:p>
            <a:pPr marL="0" indent="0">
              <a:buNone/>
            </a:pPr>
            <a:r>
              <a:rPr lang="en-US" altLang="zh-CN" sz="1800" dirty="0"/>
              <a:t>for </a:t>
            </a:r>
            <a:r>
              <a:rPr lang="en-US" altLang="zh-CN" sz="1800" dirty="0" err="1"/>
              <a:t>i</a:t>
            </a:r>
            <a:r>
              <a:rPr lang="en-US" altLang="zh-CN" sz="1800" dirty="0"/>
              <a:t>, ((</a:t>
            </a:r>
            <a:r>
              <a:rPr lang="en-US" altLang="zh-CN" sz="1800" dirty="0" err="1"/>
              <a:t>chat_id</a:t>
            </a:r>
            <a:r>
              <a:rPr lang="en-US" altLang="zh-CN" sz="1800" dirty="0"/>
              <a:t>, </a:t>
            </a:r>
            <a:r>
              <a:rPr lang="en-US" altLang="zh-CN" sz="1800" dirty="0" err="1"/>
              <a:t>seen_id</a:t>
            </a:r>
            <a:r>
              <a:rPr lang="en-US" altLang="zh-CN" sz="1800" dirty="0"/>
              <a:t>), messages) in enumerate(</a:t>
            </a:r>
            <a:r>
              <a:rPr lang="en-US" altLang="zh-CN" sz="1800" dirty="0" err="1"/>
              <a:t>chat_info</a:t>
            </a:r>
            <a:r>
              <a:rPr lang="en-US" altLang="zh-CN" sz="1800" dirty="0" smtClean="0"/>
              <a:t>):</a:t>
            </a:r>
          </a:p>
          <a:p>
            <a:pPr marL="0" indent="0">
              <a:buNone/>
            </a:pPr>
            <a:r>
              <a:rPr lang="en-US" altLang="zh-CN" sz="1800" dirty="0"/>
              <a:t>	</a:t>
            </a:r>
            <a:r>
              <a:rPr lang="en-US" altLang="zh-CN" sz="1800" dirty="0" smtClean="0"/>
              <a:t>messages</a:t>
            </a:r>
            <a:r>
              <a:rPr lang="en-US" altLang="zh-CN" sz="1800" dirty="0"/>
              <a:t>[:] = map(</a:t>
            </a:r>
            <a:r>
              <a:rPr lang="en-US" altLang="zh-CN" sz="1800" dirty="0" err="1"/>
              <a:t>json.loads</a:t>
            </a:r>
            <a:r>
              <a:rPr lang="en-US" altLang="zh-CN" sz="1800" dirty="0"/>
              <a:t>, messages)</a:t>
            </a:r>
          </a:p>
          <a:p>
            <a:pPr marL="0" indent="0">
              <a:buNone/>
            </a:pPr>
            <a:r>
              <a:rPr lang="en-US" altLang="zh-CN" sz="1800" dirty="0" smtClean="0"/>
              <a:t>	</a:t>
            </a:r>
            <a:r>
              <a:rPr lang="en-US" altLang="zh-CN" sz="1800" dirty="0" err="1" smtClean="0"/>
              <a:t>seen_id</a:t>
            </a:r>
            <a:r>
              <a:rPr lang="en-US" altLang="zh-CN" sz="1800" dirty="0" smtClean="0"/>
              <a:t> </a:t>
            </a:r>
            <a:r>
              <a:rPr lang="en-US" altLang="zh-CN" sz="1800" dirty="0"/>
              <a:t>= messages[-1]['id']</a:t>
            </a:r>
          </a:p>
          <a:p>
            <a:pPr marL="0" indent="0">
              <a:buNone/>
            </a:pPr>
            <a:r>
              <a:rPr lang="en-US" altLang="zh-CN" sz="1800" dirty="0" smtClean="0"/>
              <a:t>	</a:t>
            </a:r>
            <a:r>
              <a:rPr lang="en-US" altLang="zh-CN" sz="1800" dirty="0" err="1" smtClean="0"/>
              <a:t>conn.zadd</a:t>
            </a:r>
            <a:r>
              <a:rPr lang="en-US" altLang="zh-CN" sz="1800" dirty="0"/>
              <a:t>('chat:' + </a:t>
            </a:r>
            <a:r>
              <a:rPr lang="en-US" altLang="zh-CN" sz="1800" dirty="0" err="1"/>
              <a:t>chat_id</a:t>
            </a:r>
            <a:r>
              <a:rPr lang="en-US" altLang="zh-CN" sz="1800" dirty="0"/>
              <a:t>, recipient, </a:t>
            </a:r>
            <a:r>
              <a:rPr lang="en-US" altLang="zh-CN" sz="1800" dirty="0" err="1"/>
              <a:t>seen_id</a:t>
            </a:r>
            <a:r>
              <a:rPr lang="en-US" altLang="zh-CN" sz="1800" dirty="0"/>
              <a:t>)</a:t>
            </a:r>
          </a:p>
          <a:p>
            <a:pPr marL="0" indent="0">
              <a:buNone/>
            </a:pPr>
            <a:r>
              <a:rPr lang="en-US" altLang="zh-CN" sz="1800" dirty="0" smtClean="0"/>
              <a:t>	</a:t>
            </a:r>
            <a:r>
              <a:rPr lang="en-US" altLang="zh-CN" sz="1800" dirty="0" err="1" smtClean="0"/>
              <a:t>min_id</a:t>
            </a:r>
            <a:r>
              <a:rPr lang="en-US" altLang="zh-CN" sz="1800" dirty="0" smtClean="0"/>
              <a:t> </a:t>
            </a:r>
            <a:r>
              <a:rPr lang="en-US" altLang="zh-CN" sz="1800" dirty="0"/>
              <a:t>= </a:t>
            </a:r>
            <a:r>
              <a:rPr lang="en-US" altLang="zh-CN" sz="1800" dirty="0" err="1"/>
              <a:t>conn.zrange</a:t>
            </a:r>
            <a:r>
              <a:rPr lang="en-US" altLang="zh-CN" sz="1800" dirty="0" smtClean="0"/>
              <a:t>('chat</a:t>
            </a:r>
            <a:r>
              <a:rPr lang="en-US" altLang="zh-CN" sz="1800" dirty="0"/>
              <a:t>:' + </a:t>
            </a:r>
            <a:r>
              <a:rPr lang="en-US" altLang="zh-CN" sz="1800" dirty="0" err="1"/>
              <a:t>chat_id</a:t>
            </a:r>
            <a:r>
              <a:rPr lang="en-US" altLang="zh-CN" sz="1800" dirty="0"/>
              <a:t>, 0, 0, </a:t>
            </a:r>
            <a:r>
              <a:rPr lang="en-US" altLang="zh-CN" sz="1800" dirty="0" err="1"/>
              <a:t>withscores</a:t>
            </a:r>
            <a:r>
              <a:rPr lang="en-US" altLang="zh-CN" sz="1800" dirty="0"/>
              <a:t>=True)</a:t>
            </a:r>
          </a:p>
          <a:p>
            <a:pPr marL="0" indent="0">
              <a:buNone/>
            </a:pPr>
            <a:r>
              <a:rPr lang="en-US" altLang="zh-CN" sz="1800" dirty="0" smtClean="0"/>
              <a:t>	</a:t>
            </a:r>
            <a:r>
              <a:rPr lang="en-US" altLang="zh-CN" sz="1800" dirty="0" err="1" smtClean="0"/>
              <a:t>pipeline.zadd</a:t>
            </a:r>
            <a:r>
              <a:rPr lang="en-US" altLang="zh-CN" sz="1800" dirty="0"/>
              <a:t>('seen:' + recipient, </a:t>
            </a:r>
            <a:r>
              <a:rPr lang="en-US" altLang="zh-CN" sz="1800" dirty="0" err="1"/>
              <a:t>chat_id</a:t>
            </a:r>
            <a:r>
              <a:rPr lang="en-US" altLang="zh-CN" sz="1800" dirty="0"/>
              <a:t>, </a:t>
            </a:r>
            <a:r>
              <a:rPr lang="en-US" altLang="zh-CN" sz="1800" dirty="0" err="1"/>
              <a:t>seen_id</a:t>
            </a:r>
            <a:r>
              <a:rPr lang="en-US" altLang="zh-CN" sz="1800" dirty="0"/>
              <a:t>)</a:t>
            </a:r>
          </a:p>
          <a:p>
            <a:pPr marL="0" indent="0">
              <a:buNone/>
            </a:pPr>
            <a:r>
              <a:rPr lang="en-US" altLang="zh-CN" sz="1800" dirty="0" smtClean="0"/>
              <a:t>	if </a:t>
            </a:r>
            <a:r>
              <a:rPr lang="en-US" altLang="zh-CN" sz="1800" dirty="0" err="1"/>
              <a:t>min_id</a:t>
            </a:r>
            <a:r>
              <a:rPr lang="en-US" altLang="zh-CN" sz="1800" dirty="0"/>
              <a:t>:</a:t>
            </a:r>
          </a:p>
          <a:p>
            <a:pPr marL="0" indent="0">
              <a:buNone/>
            </a:pPr>
            <a:r>
              <a:rPr lang="en-US" altLang="zh-CN" sz="1800" dirty="0" smtClean="0"/>
              <a:t>		</a:t>
            </a:r>
            <a:r>
              <a:rPr lang="en-US" altLang="zh-CN" sz="1800" dirty="0" err="1" smtClean="0"/>
              <a:t>pipeline.zremrangebyscore</a:t>
            </a:r>
            <a:r>
              <a:rPr lang="en-US" altLang="zh-CN" sz="1800" dirty="0" smtClean="0"/>
              <a:t>(</a:t>
            </a:r>
            <a:r>
              <a:rPr lang="sv-SE" altLang="zh-CN" sz="1800" dirty="0" smtClean="0"/>
              <a:t>'msgs</a:t>
            </a:r>
            <a:r>
              <a:rPr lang="sv-SE" altLang="zh-CN" sz="1800" dirty="0"/>
              <a:t>:' + chat_id, 0, min_id[0][1])</a:t>
            </a:r>
          </a:p>
          <a:p>
            <a:pPr marL="0" indent="0">
              <a:buNone/>
            </a:pPr>
            <a:r>
              <a:rPr lang="en-US" altLang="zh-CN" sz="1800" dirty="0" smtClean="0"/>
              <a:t>	</a:t>
            </a:r>
            <a:r>
              <a:rPr lang="en-US" altLang="zh-CN" sz="1800" dirty="0" err="1" smtClean="0"/>
              <a:t>chat_info</a:t>
            </a:r>
            <a:r>
              <a:rPr lang="en-US" altLang="zh-CN" sz="1800" dirty="0" smtClean="0"/>
              <a:t>[</a:t>
            </a:r>
            <a:r>
              <a:rPr lang="en-US" altLang="zh-CN" sz="1800" dirty="0" err="1" smtClean="0"/>
              <a:t>i</a:t>
            </a:r>
            <a:r>
              <a:rPr lang="en-US" altLang="zh-CN" sz="1800" dirty="0"/>
              <a:t>] = (</a:t>
            </a:r>
            <a:r>
              <a:rPr lang="en-US" altLang="zh-CN" sz="1800" dirty="0" err="1"/>
              <a:t>chat_id</a:t>
            </a:r>
            <a:r>
              <a:rPr lang="en-US" altLang="zh-CN" sz="1800" dirty="0"/>
              <a:t>, messages</a:t>
            </a:r>
            <a:r>
              <a:rPr lang="en-US" altLang="zh-CN" sz="1800" dirty="0" smtClean="0"/>
              <a:t>)</a:t>
            </a:r>
          </a:p>
          <a:p>
            <a:pPr marL="0" indent="0">
              <a:buNone/>
            </a:pPr>
            <a:r>
              <a:rPr lang="en-US" altLang="zh-CN" sz="1800" dirty="0" err="1" smtClean="0"/>
              <a:t>pipeline.execute</a:t>
            </a:r>
            <a:r>
              <a:rPr lang="en-US" altLang="zh-CN" sz="1800" dirty="0"/>
              <a:t>()</a:t>
            </a:r>
          </a:p>
          <a:p>
            <a:pPr marL="0" indent="0">
              <a:buNone/>
            </a:pPr>
            <a:r>
              <a:rPr lang="en-US" altLang="zh-CN" sz="1800" dirty="0"/>
              <a:t>return </a:t>
            </a:r>
            <a:r>
              <a:rPr lang="en-US" altLang="zh-CN" sz="1800" dirty="0" err="1"/>
              <a:t>chat_info</a:t>
            </a:r>
            <a:endParaRPr lang="zh-CN" altLang="en-US" sz="1800" dirty="0"/>
          </a:p>
        </p:txBody>
      </p:sp>
    </p:spTree>
    <p:extLst>
      <p:ext uri="{BB962C8B-B14F-4D97-AF65-F5344CB8AC3E}">
        <p14:creationId xmlns:p14="http://schemas.microsoft.com/office/powerpoint/2010/main" xmlns="" val="17443680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Concurrency problem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Why </a:t>
            </a:r>
            <a:r>
              <a:rPr lang="en-US" altLang="zh-CN" dirty="0" smtClean="0"/>
              <a:t>need </a:t>
            </a:r>
            <a:r>
              <a:rPr lang="en-US" altLang="zh-CN" dirty="0" err="1" smtClean="0"/>
              <a:t>acquire_lock</a:t>
            </a:r>
            <a:r>
              <a:rPr lang="en-US" altLang="zh-CN" dirty="0" smtClean="0"/>
              <a:t>(conn</a:t>
            </a:r>
            <a:r>
              <a:rPr lang="en-US" altLang="zh-CN" dirty="0"/>
              <a:t>, 'chat:' + </a:t>
            </a:r>
            <a:r>
              <a:rPr lang="en-US" altLang="zh-CN" dirty="0" err="1"/>
              <a:t>chat_id</a:t>
            </a:r>
            <a:r>
              <a:rPr lang="en-US" altLang="zh-CN" dirty="0"/>
              <a:t>)</a:t>
            </a:r>
          </a:p>
          <a:p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 smtClean="0"/>
              <a:t>Design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Data Structure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smtClean="0"/>
              <a:t>Sorted set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611560" y="2420888"/>
            <a:ext cx="73448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smtClean="0"/>
              <a:t>• </a:t>
            </a:r>
            <a:r>
              <a:rPr lang="zh-CN" altLang="en-US" sz="2400" dirty="0"/>
              <a:t>元素的</a:t>
            </a:r>
            <a:r>
              <a:rPr lang="en-US" altLang="zh-CN" sz="2400" dirty="0"/>
              <a:t>member </a:t>
            </a:r>
            <a:r>
              <a:rPr lang="zh-CN" altLang="en-US" sz="2400" dirty="0"/>
              <a:t>长度小于服务器属性</a:t>
            </a:r>
            <a:r>
              <a:rPr lang="en-US" altLang="zh-CN" sz="2400" dirty="0" err="1"/>
              <a:t>server.zset_max_ziplist_value</a:t>
            </a:r>
            <a:r>
              <a:rPr lang="en-US" altLang="zh-CN" sz="2400" dirty="0"/>
              <a:t> </a:t>
            </a:r>
            <a:r>
              <a:rPr lang="zh-CN" altLang="en-US" sz="2400" dirty="0"/>
              <a:t>的值（默认为</a:t>
            </a:r>
            <a:r>
              <a:rPr lang="en-US" altLang="zh-CN" sz="2400" dirty="0" smtClean="0"/>
              <a:t>64</a:t>
            </a:r>
            <a:r>
              <a:rPr lang="zh-CN" altLang="en-US" sz="2400" dirty="0" smtClean="0"/>
              <a:t>）</a:t>
            </a:r>
            <a:r>
              <a:rPr lang="zh-CN" altLang="en-US" sz="2400" dirty="0"/>
              <a:t>。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611560" y="3543825"/>
            <a:ext cx="7920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• </a:t>
            </a:r>
            <a:r>
              <a:rPr lang="en-US" altLang="zh-CN" sz="2400" dirty="0" err="1"/>
              <a:t>ziplist</a:t>
            </a:r>
            <a:r>
              <a:rPr lang="en-US" altLang="zh-CN" sz="2400" dirty="0"/>
              <a:t> </a:t>
            </a:r>
            <a:r>
              <a:rPr lang="zh-CN" altLang="en-US" sz="2400" dirty="0"/>
              <a:t>所保存的元素数量超过服务器属性</a:t>
            </a:r>
            <a:r>
              <a:rPr lang="en-US" altLang="zh-CN" sz="2400" dirty="0" err="1"/>
              <a:t>server.zset_max_ziplist_entries</a:t>
            </a:r>
            <a:r>
              <a:rPr lang="en-US" altLang="zh-CN" sz="2400" dirty="0"/>
              <a:t> </a:t>
            </a:r>
            <a:r>
              <a:rPr lang="zh-CN" altLang="en-US" sz="2400" dirty="0"/>
              <a:t>的</a:t>
            </a:r>
            <a:r>
              <a:rPr lang="zh-CN" altLang="en-US" sz="2400" dirty="0" smtClean="0"/>
              <a:t>值（</a:t>
            </a:r>
            <a:r>
              <a:rPr lang="zh-CN" altLang="en-US" sz="2400" dirty="0"/>
              <a:t>默认值为</a:t>
            </a:r>
            <a:r>
              <a:rPr lang="en-US" altLang="zh-CN" sz="2400" dirty="0"/>
              <a:t>128 </a:t>
            </a:r>
            <a:r>
              <a:rPr lang="zh-CN" altLang="en-US" sz="2400" dirty="0"/>
              <a:t>）</a:t>
            </a:r>
          </a:p>
          <a:p>
            <a:r>
              <a:rPr lang="en-US" altLang="zh-CN" sz="2400" dirty="0"/>
              <a:t>• </a:t>
            </a:r>
            <a:r>
              <a:rPr lang="zh-CN" altLang="en-US" sz="2400" dirty="0"/>
              <a:t>新添加元素的</a:t>
            </a:r>
            <a:r>
              <a:rPr lang="en-US" altLang="zh-CN" sz="2400" dirty="0"/>
              <a:t>member </a:t>
            </a:r>
            <a:r>
              <a:rPr lang="zh-CN" altLang="en-US" sz="2400" dirty="0"/>
              <a:t>的长度大于服务器属性</a:t>
            </a:r>
            <a:r>
              <a:rPr lang="en-US" altLang="zh-CN" sz="2400" dirty="0" err="1"/>
              <a:t>server.zset_max_ziplist_value</a:t>
            </a:r>
            <a:r>
              <a:rPr lang="en-US" altLang="zh-CN" sz="2400" dirty="0"/>
              <a:t> </a:t>
            </a:r>
            <a:r>
              <a:rPr lang="zh-CN" altLang="en-US" sz="2400" dirty="0"/>
              <a:t>的</a:t>
            </a:r>
            <a:r>
              <a:rPr lang="zh-CN" altLang="en-US" sz="2400" dirty="0" smtClean="0"/>
              <a:t>值（</a:t>
            </a:r>
            <a:r>
              <a:rPr lang="zh-CN" altLang="en-US" sz="2400" dirty="0"/>
              <a:t>默认值为</a:t>
            </a:r>
            <a:r>
              <a:rPr lang="en-US" altLang="zh-CN" sz="2400" dirty="0"/>
              <a:t>64 </a:t>
            </a:r>
            <a:r>
              <a:rPr lang="zh-CN" altLang="en-US" sz="2400" dirty="0"/>
              <a:t>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 smtClean="0"/>
              <a:t>ziplist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smtClean="0"/>
              <a:t>List</a:t>
            </a:r>
          </a:p>
          <a:p>
            <a:endParaRPr lang="en-US" altLang="zh-CN" dirty="0"/>
          </a:p>
          <a:p>
            <a:endParaRPr lang="en-US" altLang="zh-CN" dirty="0" smtClean="0"/>
          </a:p>
          <a:p>
            <a:r>
              <a:rPr lang="en-US" altLang="zh-CN" dirty="0" smtClean="0"/>
              <a:t>node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368" y="2276872"/>
            <a:ext cx="8460432" cy="598353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917848"/>
            <a:ext cx="5501530" cy="73528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O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smtClean="0">
                <a:sym typeface="Wingdings" panose="05000000000000000000" pitchFamily="2" charset="2"/>
              </a:rPr>
              <a:t>Insert : O(N</a:t>
            </a:r>
            <a:r>
              <a:rPr lang="en-US" altLang="zh-CN" baseline="30000" dirty="0" smtClean="0">
                <a:sym typeface="Wingdings" panose="05000000000000000000" pitchFamily="2" charset="2"/>
              </a:rPr>
              <a:t>2</a:t>
            </a:r>
            <a:r>
              <a:rPr lang="en-US" altLang="zh-CN" dirty="0" smtClean="0">
                <a:sym typeface="Wingdings" panose="05000000000000000000" pitchFamily="2" charset="2"/>
              </a:rPr>
              <a:t>)</a:t>
            </a:r>
          </a:p>
          <a:p>
            <a:r>
              <a:rPr lang="en-US" altLang="zh-CN" dirty="0" smtClean="0">
                <a:sym typeface="Wingdings" panose="05000000000000000000" pitchFamily="2" charset="2"/>
              </a:rPr>
              <a:t>Search : O(N)</a:t>
            </a:r>
          </a:p>
          <a:p>
            <a:r>
              <a:rPr lang="en-US" altLang="zh-CN" dirty="0" smtClean="0"/>
              <a:t>Space : O(N)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xmlns="" val="34543627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 smtClean="0"/>
              <a:t>ziplist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smtClean="0"/>
              <a:t>Store key-value with less memory cost</a:t>
            </a:r>
          </a:p>
          <a:p>
            <a:r>
              <a:rPr lang="en-US" altLang="zh-CN" dirty="0" smtClean="0"/>
              <a:t>10millions key-values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1043608" y="3140968"/>
            <a:ext cx="676875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Step1: SHA1 key.</a:t>
            </a:r>
          </a:p>
          <a:p>
            <a:r>
              <a:rPr lang="en-US" altLang="zh-CN" dirty="0" smtClean="0"/>
              <a:t>Step2: take the first four digitals as </a:t>
            </a:r>
            <a:r>
              <a:rPr lang="en-US" altLang="zh-CN" dirty="0"/>
              <a:t>new key (65536 </a:t>
            </a:r>
            <a:r>
              <a:rPr lang="en-US" altLang="zh-CN" dirty="0" smtClean="0"/>
              <a:t> at most)</a:t>
            </a:r>
          </a:p>
          <a:p>
            <a:r>
              <a:rPr lang="en-US" altLang="zh-CN" dirty="0" smtClean="0"/>
              <a:t>Step3: hash to </a:t>
            </a:r>
            <a:r>
              <a:rPr lang="en-US" altLang="zh-CN" dirty="0" err="1" smtClean="0"/>
              <a:t>hashtable</a:t>
            </a:r>
            <a:r>
              <a:rPr lang="en-US" altLang="zh-CN" dirty="0" smtClean="0"/>
              <a:t> by new key</a:t>
            </a:r>
          </a:p>
          <a:p>
            <a:r>
              <a:rPr lang="en-US" altLang="zh-CN" dirty="0" smtClean="0"/>
              <a:t>Step4: insert</a:t>
            </a:r>
          </a:p>
          <a:p>
            <a:endParaRPr lang="en-US" altLang="zh-CN" dirty="0"/>
          </a:p>
          <a:p>
            <a:r>
              <a:rPr lang="en-US" altLang="zh-CN" dirty="0" smtClean="0"/>
              <a:t>e.g.</a:t>
            </a:r>
          </a:p>
          <a:p>
            <a:r>
              <a:rPr lang="en-US" altLang="zh-CN" dirty="0" smtClean="0"/>
              <a:t>Step1: SHA1 </a:t>
            </a:r>
            <a:r>
              <a:rPr lang="en-US" altLang="zh-CN" dirty="0"/>
              <a:t>“key1” = </a:t>
            </a:r>
            <a:r>
              <a:rPr lang="en-US" altLang="zh-CN" dirty="0" smtClean="0"/>
              <a:t>1073ab6cda4b991cd29f9e83a307f34004ae9327</a:t>
            </a:r>
          </a:p>
          <a:p>
            <a:r>
              <a:rPr lang="en-US" altLang="zh-CN" dirty="0" smtClean="0"/>
              <a:t>Step2: new key = 1073</a:t>
            </a:r>
          </a:p>
          <a:p>
            <a:r>
              <a:rPr lang="en-US" altLang="zh-CN" dirty="0" smtClean="0"/>
              <a:t>Step3: find the </a:t>
            </a:r>
            <a:r>
              <a:rPr lang="en-US" altLang="zh-CN" dirty="0" err="1" smtClean="0"/>
              <a:t>hashtable</a:t>
            </a:r>
            <a:r>
              <a:rPr lang="en-US" altLang="zh-CN" dirty="0" smtClean="0"/>
              <a:t> with key 1073</a:t>
            </a:r>
          </a:p>
          <a:p>
            <a:r>
              <a:rPr lang="en-US" altLang="zh-CN" dirty="0" smtClean="0"/>
              <a:t>Step: insert into </a:t>
            </a:r>
            <a:r>
              <a:rPr lang="en-US" altLang="zh-CN" dirty="0" err="1" smtClean="0"/>
              <a:t>hashtable</a:t>
            </a:r>
            <a:r>
              <a:rPr lang="en-US" altLang="zh-CN" dirty="0" smtClean="0"/>
              <a:t> 1073 with &lt;key1, value1&gt;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xmlns="" val="4692961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 smtClean="0"/>
              <a:t>ziplist</a:t>
            </a:r>
            <a:endParaRPr lang="zh-CN" altLang="en-US" dirty="0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547" y="1409388"/>
            <a:ext cx="7734300" cy="4600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329559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 smtClean="0"/>
              <a:t>skiplist</a:t>
            </a:r>
            <a:endParaRPr lang="zh-CN" altLang="en-US" dirty="0"/>
          </a:p>
        </p:txBody>
      </p:sp>
      <p:pic>
        <p:nvPicPr>
          <p:cNvPr id="1026" name="Picture 2" descr="http://www.spongeliu.com/wp-content/uploads/2010/09/2.pn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14348" y="2143116"/>
            <a:ext cx="7439025" cy="2638426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O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smtClean="0">
                <a:sym typeface="Wingdings" panose="05000000000000000000" pitchFamily="2" charset="2"/>
              </a:rPr>
              <a:t>Insert : O(</a:t>
            </a:r>
            <a:r>
              <a:rPr lang="en-US" altLang="zh-CN" dirty="0" err="1" smtClean="0">
                <a:sym typeface="Wingdings" panose="05000000000000000000" pitchFamily="2" charset="2"/>
              </a:rPr>
              <a:t>logN</a:t>
            </a:r>
            <a:r>
              <a:rPr lang="en-US" altLang="zh-CN" dirty="0" smtClean="0">
                <a:sym typeface="Wingdings" panose="05000000000000000000" pitchFamily="2" charset="2"/>
              </a:rPr>
              <a:t>)</a:t>
            </a:r>
          </a:p>
          <a:p>
            <a:r>
              <a:rPr lang="en-US" altLang="zh-CN" dirty="0" smtClean="0">
                <a:sym typeface="Wingdings" panose="05000000000000000000" pitchFamily="2" charset="2"/>
              </a:rPr>
              <a:t>Search : O(</a:t>
            </a:r>
            <a:r>
              <a:rPr lang="en-US" altLang="zh-CN" dirty="0" err="1" smtClean="0">
                <a:sym typeface="Wingdings" panose="05000000000000000000" pitchFamily="2" charset="2"/>
              </a:rPr>
              <a:t>logN</a:t>
            </a:r>
            <a:r>
              <a:rPr lang="en-US" altLang="zh-CN" dirty="0" smtClean="0">
                <a:sym typeface="Wingdings" panose="05000000000000000000" pitchFamily="2" charset="2"/>
              </a:rPr>
              <a:t>)</a:t>
            </a:r>
          </a:p>
          <a:p>
            <a:r>
              <a:rPr lang="en-US" altLang="zh-CN" dirty="0" smtClean="0"/>
              <a:t>Space : O(N)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Implement(expire)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611560" y="1600200"/>
            <a:ext cx="324036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 err="1"/>
              <a:t>typedef</a:t>
            </a:r>
            <a:r>
              <a:rPr lang="en-US" altLang="zh-CN" b="1" dirty="0"/>
              <a:t> </a:t>
            </a:r>
            <a:r>
              <a:rPr lang="en-US" altLang="zh-CN" b="1" dirty="0" err="1"/>
              <a:t>struct</a:t>
            </a:r>
            <a:r>
              <a:rPr lang="en-US" altLang="zh-CN" b="1" dirty="0"/>
              <a:t> </a:t>
            </a:r>
            <a:r>
              <a:rPr lang="en-US" altLang="zh-CN" dirty="0" err="1"/>
              <a:t>redisDb</a:t>
            </a:r>
            <a:r>
              <a:rPr lang="en-US" altLang="zh-CN" dirty="0"/>
              <a:t> {</a:t>
            </a:r>
          </a:p>
          <a:p>
            <a:r>
              <a:rPr lang="en-US" altLang="zh-CN" i="1" dirty="0"/>
              <a:t>// ...</a:t>
            </a:r>
          </a:p>
          <a:p>
            <a:r>
              <a:rPr lang="en-US" altLang="zh-CN" dirty="0" err="1"/>
              <a:t>dict</a:t>
            </a:r>
            <a:r>
              <a:rPr lang="en-US" altLang="zh-CN" dirty="0"/>
              <a:t> *expires;</a:t>
            </a:r>
          </a:p>
          <a:p>
            <a:r>
              <a:rPr lang="en-US" altLang="zh-CN" i="1" dirty="0"/>
              <a:t>// ...</a:t>
            </a:r>
          </a:p>
          <a:p>
            <a:r>
              <a:rPr lang="en-US" altLang="zh-CN" dirty="0"/>
              <a:t>} </a:t>
            </a:r>
            <a:r>
              <a:rPr lang="en-US" altLang="zh-CN" dirty="0" err="1"/>
              <a:t>redisDb</a:t>
            </a:r>
            <a:r>
              <a:rPr lang="en-US" altLang="zh-CN" dirty="0"/>
              <a:t>;</a:t>
            </a: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3808" y="1438433"/>
            <a:ext cx="6057900" cy="391477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1178248" y="3789040"/>
            <a:ext cx="2664296" cy="222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定时</a:t>
            </a:r>
            <a:r>
              <a:rPr lang="zh-CN" altLang="en-US" sz="3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删除</a:t>
            </a:r>
            <a:endParaRPr lang="en-US" altLang="zh-CN" sz="3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惰性</a:t>
            </a:r>
            <a:r>
              <a:rPr lang="zh-CN" altLang="en-US" sz="3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删除</a:t>
            </a:r>
            <a:endParaRPr lang="en-US" altLang="zh-CN" sz="3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定期删除</a:t>
            </a:r>
            <a:endParaRPr lang="en-US" altLang="zh-CN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8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Implement(watch)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239" y="1844824"/>
            <a:ext cx="8553561" cy="3024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1792839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Event</a:t>
            </a:r>
            <a:endParaRPr lang="zh-CN" altLang="en-US" dirty="0"/>
          </a:p>
        </p:txBody>
      </p:sp>
      <p:pic>
        <p:nvPicPr>
          <p:cNvPr id="4" name="内容占位符 3" descr="061136401429881.png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714480" y="1571612"/>
            <a:ext cx="5390477" cy="4066667"/>
          </a:xfr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Event</a:t>
            </a:r>
            <a:endParaRPr lang="zh-CN" altLang="en-US" dirty="0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时间事件</a:t>
            </a:r>
            <a:endParaRPr lang="en-US" altLang="zh-CN" dirty="0" smtClean="0"/>
          </a:p>
          <a:p>
            <a:pPr lvl="1">
              <a:buFont typeface="Wingdings" panose="05000000000000000000" pitchFamily="2" charset="2"/>
              <a:buChar char="ü"/>
            </a:pPr>
            <a:r>
              <a:rPr lang="zh-CN" altLang="en-US" dirty="0" smtClean="0"/>
              <a:t>单次执行</a:t>
            </a:r>
            <a:endParaRPr lang="en-US" altLang="zh-CN" dirty="0" smtClean="0"/>
          </a:p>
          <a:p>
            <a:pPr lvl="1">
              <a:buFont typeface="Wingdings" panose="05000000000000000000" pitchFamily="2" charset="2"/>
              <a:buChar char="ü"/>
            </a:pPr>
            <a:r>
              <a:rPr lang="zh-CN" altLang="en-US" dirty="0" smtClean="0"/>
              <a:t>循环执行</a:t>
            </a:r>
            <a:endParaRPr lang="en-US" altLang="zh-CN" dirty="0" smtClean="0"/>
          </a:p>
          <a:p>
            <a:r>
              <a:rPr lang="zh-CN" altLang="en-US" dirty="0" smtClean="0"/>
              <a:t>文件事件</a:t>
            </a:r>
            <a:endParaRPr lang="en-US" altLang="zh-CN" dirty="0" smtClean="0"/>
          </a:p>
          <a:p>
            <a:pPr lvl="1">
              <a:buFont typeface="Wingdings" panose="05000000000000000000" pitchFamily="2" charset="2"/>
              <a:buChar char="ü"/>
            </a:pPr>
            <a:r>
              <a:rPr lang="zh-CN" altLang="en-US" dirty="0" smtClean="0"/>
              <a:t>读事件</a:t>
            </a:r>
            <a:endParaRPr lang="en-US" altLang="zh-CN" dirty="0" smtClean="0"/>
          </a:p>
          <a:p>
            <a:pPr lvl="1">
              <a:buFont typeface="Wingdings" panose="05000000000000000000" pitchFamily="2" charset="2"/>
              <a:buChar char="ü"/>
            </a:pPr>
            <a:r>
              <a:rPr lang="zh-CN" altLang="en-US" dirty="0" smtClean="0"/>
              <a:t>写事件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Event</a:t>
            </a:r>
            <a:endParaRPr lang="zh-CN" altLang="en-US" dirty="0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41986" name="Picture 2" descr="http://img.my.csdn.net/uploads/201303/17/1363497218_5125.jp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285852" y="1500174"/>
            <a:ext cx="7172325" cy="4943476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Event</a:t>
            </a:r>
            <a:endParaRPr lang="zh-CN" altLang="en-US" dirty="0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等待时间由最近的时间事件决定</a:t>
            </a:r>
            <a:endParaRPr lang="en-US" altLang="zh-CN" dirty="0" smtClean="0"/>
          </a:p>
          <a:p>
            <a:r>
              <a:rPr lang="zh-CN" altLang="en-US" dirty="0" smtClean="0"/>
              <a:t>文件事件先执行，时间事件后执行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dirty="0" smtClean="0"/>
              <a:t>EPOLL</a:t>
            </a:r>
            <a:endParaRPr lang="zh-CN" altLang="en-US" dirty="0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 smtClean="0"/>
              <a:t>非阻塞轮询</a:t>
            </a:r>
            <a:endParaRPr lang="en-US" altLang="zh-CN" dirty="0" smtClean="0"/>
          </a:p>
          <a:p>
            <a:pPr marL="0" indent="0">
              <a:buNone/>
            </a:pPr>
            <a:r>
              <a:rPr lang="en-US" altLang="zh-CN" dirty="0"/>
              <a:t>while true {</a:t>
            </a:r>
          </a:p>
          <a:p>
            <a:pPr marL="0" indent="0">
              <a:buNone/>
            </a:pPr>
            <a:r>
              <a:rPr lang="en-US" altLang="zh-CN" dirty="0"/>
              <a:t>    for </a:t>
            </a:r>
            <a:r>
              <a:rPr lang="en-US" altLang="zh-CN" dirty="0" err="1"/>
              <a:t>i</a:t>
            </a:r>
            <a:r>
              <a:rPr lang="en-US" altLang="zh-CN" dirty="0"/>
              <a:t> in stream</a:t>
            </a:r>
            <a:r>
              <a:rPr lang="en-US" altLang="zh-CN" dirty="0" smtClean="0"/>
              <a:t>[]{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        if </a:t>
            </a:r>
            <a:r>
              <a:rPr lang="en-US" altLang="zh-CN" dirty="0" err="1"/>
              <a:t>i</a:t>
            </a:r>
            <a:r>
              <a:rPr lang="en-US" altLang="zh-CN" dirty="0"/>
              <a:t> has data</a:t>
            </a:r>
          </a:p>
          <a:p>
            <a:pPr marL="0" indent="0">
              <a:buNone/>
            </a:pPr>
            <a:r>
              <a:rPr lang="en-US" altLang="zh-CN" dirty="0"/>
              <a:t>            read until unavailable</a:t>
            </a:r>
          </a:p>
          <a:p>
            <a:pPr marL="0" indent="0">
              <a:buNone/>
            </a:pPr>
            <a:r>
              <a:rPr lang="en-US" altLang="zh-CN" dirty="0"/>
              <a:t>    }</a:t>
            </a:r>
          </a:p>
          <a:p>
            <a:pPr marL="0" indent="0">
              <a:buNone/>
            </a:pPr>
            <a:r>
              <a:rPr lang="en-US" altLang="zh-CN" dirty="0"/>
              <a:t>}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xmlns="" val="28166225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dirty="0" smtClean="0"/>
              <a:t>EPOLL</a:t>
            </a:r>
            <a:endParaRPr lang="zh-CN" altLang="en-US" dirty="0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altLang="zh-CN" dirty="0" smtClean="0"/>
              <a:t>SELECT</a:t>
            </a:r>
            <a:r>
              <a:rPr lang="zh-CN" altLang="en-US" dirty="0" smtClean="0"/>
              <a:t>模式</a:t>
            </a:r>
            <a:endParaRPr lang="en-US" altLang="zh-CN" dirty="0" smtClean="0"/>
          </a:p>
          <a:p>
            <a:pPr marL="0" indent="0">
              <a:buNone/>
            </a:pPr>
            <a:r>
              <a:rPr lang="en-US" altLang="zh-CN" dirty="0"/>
              <a:t>while true {</a:t>
            </a:r>
          </a:p>
          <a:p>
            <a:pPr marL="0" indent="0">
              <a:buNone/>
            </a:pPr>
            <a:r>
              <a:rPr lang="en-US" altLang="zh-CN" dirty="0"/>
              <a:t>    select(streams[])</a:t>
            </a:r>
          </a:p>
          <a:p>
            <a:pPr marL="0" indent="0">
              <a:buNone/>
            </a:pPr>
            <a:r>
              <a:rPr lang="en-US" altLang="zh-CN" dirty="0"/>
              <a:t>    for </a:t>
            </a:r>
            <a:r>
              <a:rPr lang="en-US" altLang="zh-CN" dirty="0" err="1"/>
              <a:t>i</a:t>
            </a:r>
            <a:r>
              <a:rPr lang="en-US" altLang="zh-CN" dirty="0"/>
              <a:t> in streams[] {</a:t>
            </a:r>
          </a:p>
          <a:p>
            <a:pPr marL="0" indent="0">
              <a:buNone/>
            </a:pPr>
            <a:r>
              <a:rPr lang="en-US" altLang="zh-CN" dirty="0"/>
              <a:t>        if </a:t>
            </a:r>
            <a:r>
              <a:rPr lang="en-US" altLang="zh-CN" dirty="0" err="1"/>
              <a:t>i</a:t>
            </a:r>
            <a:r>
              <a:rPr lang="en-US" altLang="zh-CN" dirty="0"/>
              <a:t> has data</a:t>
            </a:r>
          </a:p>
          <a:p>
            <a:pPr marL="0" indent="0">
              <a:buNone/>
            </a:pPr>
            <a:r>
              <a:rPr lang="en-US" altLang="zh-CN" dirty="0"/>
              <a:t>            read until unavailable</a:t>
            </a:r>
          </a:p>
          <a:p>
            <a:pPr marL="0" indent="0">
              <a:buNone/>
            </a:pPr>
            <a:r>
              <a:rPr lang="en-US" altLang="zh-CN" dirty="0"/>
              <a:t>    }</a:t>
            </a:r>
          </a:p>
          <a:p>
            <a:pPr marL="0" indent="0">
              <a:buNone/>
            </a:pPr>
            <a:r>
              <a:rPr lang="en-US" altLang="zh-CN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xmlns="" val="5134238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dirty="0" smtClean="0"/>
              <a:t>EPOLL</a:t>
            </a:r>
            <a:endParaRPr lang="zh-CN" altLang="en-US" dirty="0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 smtClean="0"/>
              <a:t>EPOLL</a:t>
            </a:r>
            <a:r>
              <a:rPr lang="zh-CN" altLang="en-US" dirty="0" smtClean="0"/>
              <a:t>模式</a:t>
            </a:r>
            <a:endParaRPr lang="en-US" altLang="zh-CN" dirty="0" smtClean="0"/>
          </a:p>
          <a:p>
            <a:pPr marL="0" indent="0">
              <a:buNone/>
            </a:pPr>
            <a:r>
              <a:rPr lang="en-US" altLang="zh-CN" dirty="0" smtClean="0"/>
              <a:t>while </a:t>
            </a:r>
            <a:r>
              <a:rPr lang="en-US" altLang="zh-CN" dirty="0"/>
              <a:t>true {</a:t>
            </a:r>
          </a:p>
          <a:p>
            <a:pPr marL="0" indent="0">
              <a:buNone/>
            </a:pPr>
            <a:r>
              <a:rPr lang="en-US" altLang="zh-CN" dirty="0"/>
              <a:t>    </a:t>
            </a:r>
            <a:r>
              <a:rPr lang="en-US" altLang="zh-CN" dirty="0" err="1"/>
              <a:t>active_stream</a:t>
            </a:r>
            <a:r>
              <a:rPr lang="en-US" altLang="zh-CN" dirty="0"/>
              <a:t>[] = </a:t>
            </a:r>
            <a:r>
              <a:rPr lang="en-US" altLang="zh-CN" dirty="0" err="1"/>
              <a:t>epoll_wait</a:t>
            </a:r>
            <a:r>
              <a:rPr lang="en-US" altLang="zh-CN" dirty="0"/>
              <a:t>(</a:t>
            </a:r>
            <a:r>
              <a:rPr lang="en-US" altLang="zh-CN" dirty="0" err="1"/>
              <a:t>epollfd</a:t>
            </a:r>
            <a:r>
              <a:rPr lang="en-US" altLang="zh-CN" dirty="0"/>
              <a:t>)</a:t>
            </a:r>
          </a:p>
          <a:p>
            <a:pPr marL="0" indent="0">
              <a:buNone/>
            </a:pPr>
            <a:r>
              <a:rPr lang="en-US" altLang="zh-CN" dirty="0"/>
              <a:t>    for </a:t>
            </a:r>
            <a:r>
              <a:rPr lang="en-US" altLang="zh-CN" dirty="0" err="1"/>
              <a:t>i</a:t>
            </a:r>
            <a:r>
              <a:rPr lang="en-US" altLang="zh-CN" dirty="0"/>
              <a:t> in </a:t>
            </a:r>
            <a:r>
              <a:rPr lang="en-US" altLang="zh-CN" dirty="0" err="1"/>
              <a:t>active_stream</a:t>
            </a:r>
            <a:r>
              <a:rPr lang="en-US" altLang="zh-CN" dirty="0"/>
              <a:t>[] {</a:t>
            </a:r>
          </a:p>
          <a:p>
            <a:pPr marL="0" indent="0">
              <a:buNone/>
            </a:pPr>
            <a:r>
              <a:rPr lang="en-US" altLang="zh-CN" dirty="0"/>
              <a:t>        read or write till</a:t>
            </a:r>
          </a:p>
          <a:p>
            <a:pPr marL="0" indent="0">
              <a:buNone/>
            </a:pPr>
            <a:r>
              <a:rPr lang="en-US" altLang="zh-CN" dirty="0"/>
              <a:t>    }</a:t>
            </a:r>
          </a:p>
          <a:p>
            <a:pPr marL="0" indent="0">
              <a:buNone/>
            </a:pPr>
            <a:r>
              <a:rPr lang="en-US" altLang="zh-CN" dirty="0"/>
              <a:t>}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xmlns="" val="4622764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1396</Words>
  <Application>Microsoft Office PowerPoint</Application>
  <PresentationFormat>全屏显示(4:3)</PresentationFormat>
  <Paragraphs>244</Paragraphs>
  <Slides>29</Slides>
  <Notes>16</Notes>
  <HiddenSlides>0</HiddenSlides>
  <MMClips>0</MMClips>
  <ScaleCrop>false</ScaleCrop>
  <HeadingPairs>
    <vt:vector size="4" baseType="variant">
      <vt:variant>
        <vt:lpstr>主题</vt:lpstr>
      </vt:variant>
      <vt:variant>
        <vt:i4>1</vt:i4>
      </vt:variant>
      <vt:variant>
        <vt:lpstr>幻灯片标题</vt:lpstr>
      </vt:variant>
      <vt:variant>
        <vt:i4>29</vt:i4>
      </vt:variant>
    </vt:vector>
  </HeadingPairs>
  <TitlesOfParts>
    <vt:vector size="30" baseType="lpstr">
      <vt:lpstr>Office 主题</vt:lpstr>
      <vt:lpstr>Redis</vt:lpstr>
      <vt:lpstr>Commands</vt:lpstr>
      <vt:lpstr>sorted set</vt:lpstr>
      <vt:lpstr>sort</vt:lpstr>
      <vt:lpstr>transaction</vt:lpstr>
      <vt:lpstr>transaction</vt:lpstr>
      <vt:lpstr>Application</vt:lpstr>
      <vt:lpstr>Message </vt:lpstr>
      <vt:lpstr>Message </vt:lpstr>
      <vt:lpstr>Message </vt:lpstr>
      <vt:lpstr>Message </vt:lpstr>
      <vt:lpstr>Concurrency problem</vt:lpstr>
      <vt:lpstr>Design</vt:lpstr>
      <vt:lpstr>Data Structure</vt:lpstr>
      <vt:lpstr>ziplist</vt:lpstr>
      <vt:lpstr>O</vt:lpstr>
      <vt:lpstr>ziplist</vt:lpstr>
      <vt:lpstr>ziplist</vt:lpstr>
      <vt:lpstr>skiplist</vt:lpstr>
      <vt:lpstr>O</vt:lpstr>
      <vt:lpstr>Implement(expire)</vt:lpstr>
      <vt:lpstr>Implement(watch)</vt:lpstr>
      <vt:lpstr>Event</vt:lpstr>
      <vt:lpstr>Event</vt:lpstr>
      <vt:lpstr>Event</vt:lpstr>
      <vt:lpstr>Event</vt:lpstr>
      <vt:lpstr>EPOLL</vt:lpstr>
      <vt:lpstr>EPOLL</vt:lpstr>
      <vt:lpstr>EPOLL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redis</dc:title>
  <dc:creator>pc</dc:creator>
  <cp:lastModifiedBy>pc</cp:lastModifiedBy>
  <cp:revision>126</cp:revision>
  <dcterms:created xsi:type="dcterms:W3CDTF">2016-08-29T15:36:00Z</dcterms:created>
  <dcterms:modified xsi:type="dcterms:W3CDTF">2018-03-22T17:36:46Z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2052-10.1.0.5866</vt:lpwstr>
  </property>
</Properties>
</file>